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Portada de apertura para la reunión de plan de trabajo.
MENSAJE PRINCIPAL: Este es el plan operativo de los primeros 3 meses, aplicando el método ya presentado (Presentación, Evaluación, Conversión, Ascensión) a QUARTI.
QUÉ EXPLICAR: No se repite el diagnóstico de la reunión anterior; se entra directo al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Recordar brevemente el marco metodológico antes de entrar al plan operativo.
MENSAJE PRINCIPAL: Mismo sistema de 4 etapas que en la presentación anterior, ahora aterrizado a QUARTI.
QUÉ EXPLICAR: No profundizar aquí — es solo el recordatorio visual antes del detalle mes 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Fijar el punto de partida operativo antes de entrar al plan.
MENSAJE PRINCIPAL: 34.000 seguidores orgánicos y más de 250 diseños en stock son un activo enorme sin pauta detrás.
QUÉ EXPLICAR: Esto no es diagnóstico de venta — es simplemente el estado actual, ya conocido por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los 5 ángulos emocionales que van a guiar todos los creativos.
MENSAJE PRINCIPAL: QUARTI no vende un producto genérico — vende una forma de honrar, regalar y conectar emocionalmente. Cada ángulo necesita su propio creativo y mensaje.
QUÉ EXPLICAR: Ninguno se descarta de entrada; en el mes 1 se prueban todos para ver cuál responde mejor.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Lograr que nuevas personas en todo el país descubran QUARTI. Aquí no se vende, se despierta interés.
MENSAJE PRINCIPAL: El video del proceso foto→cuadro es el activo más persuasivo; debe ser el ancla creativa de esta etapa.
QUÉ EXPLICAR: Se prueban los 5 ángulos emocionales en paralelo para identificar cuál genera más alcance calificado.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profundidad al contenido creativo de la etapa 1.
MENSAJE PRINCIPAL: No es un anuncio genérico de manualidades — son piezas que cubren distintos ángulos emocionales de decisión.
QUÉ EXPLICAR: Mascotas y nostalgia son probablemente los ángulos de mayor conversión emocional; deben tener el mayor peso creativo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Mover a quien ya conoce QUARTI hacia la intención de compra, resolviendo la duda natural de confiar una foto personal a una marca.
MENSAJE PRINCIPAL: 34.000 seguidores son un activo de confianza que hoy no se usa en ningún anuncio.
QUÉ EXPLICAR: Se activa remarketing sobre quienes vieron el video del proceso o interactuaron con Instagram/Facebook.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el interés calificado en pedidos reales.
MENSAJE PRINCIPAL: El anticipo ya existe como práctica del negocio — se comunica como parte natural del proceso, no como fricción.
QUÉ EXPLICAR: Las audiencias se restringen a quienes vieron el video o interactuaron con los anuncios de confianza.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detalle táctico de optimización dentro de la etapa de conversión.
MENSAJE PRINCIPAL: Pequeños ajustes de ocasión y llamado a la acción mueven directamente la tasa de conversión.
QUÉ EXPLICAR: Cada ángulo emocional (mascota, nostalgia, pareja) necesita su propio anuncio con su propia urgencia — no un anuncio único para todos los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un cliente puntual en alguien que vuelve varias veces al año.
MENSAJE PRINCIPAL: La etapa más rentable del sistema es la que hoy no existe en la cuenta.
QUÉ EXPLICAR: Cada fecha del calendario emocional (cumpleaños, aniversarios, Navidad, amor y amistad) es una campaña de reactivación dirigida a un público ya construido en las etapas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 plan de trabajo concreto para los primeros 3 meses.
MENSAJE PRINCIPAL: Mes 1 prueba y descubre; mes 2 construye confianza y abre conversión; mes 3 escala y arranca ascensión.
QUÉ EXPLICAR: Al cierre del mes 3, el sistema completo está activo — descubrimiento, confianza, conversión y las primeras señales de recompra.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cronograma detallado y realista para los primeros 3 meses.
MENSAJE PRINCIPAL: Cada quincena tiene un entregable concreto.
QUÉ EXPLICAR: Las dos primeras semanas son de preparación (creativos y medición), no de campañas activas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estructura simple de las campañas activas.
MENSAJE PRINCIPAL: Presentación concentra la mayor parte de la inversión (es la etapa de descubrimiento); Evaluación y Conversión trabajan sobre audiencias ya calientes.
QUÉ EXPLICAR: Ascensión se activa formalmente como campaña independiente una vez haya suficiente base de clientes, hacia el mes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clara.
MENSAJE PRINCIPAL: El siguiente paso es la ejecución del plan ya acordado.
QUÉ EXPLICAR: Los tres pasos son secuenciales; el lanzamiento espera a tener creativos y medición listos.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1188720" cy="1188720"/>
          </a:xfrm>
          <a:prstGeom prst="ellipse">
            <a:avLst/>
          </a:prstGeom>
          <a:solidFill>
            <a:srgbClr val="5E2A4E"/>
          </a:solidFill>
          <a:ln/>
        </p:spPr>
      </p:sp>
      <p:pic>
        <p:nvPicPr>
          <p:cNvPr id="3" name="Image 0" descr="/tmp/claude-0/-home-user-Presentaciones-y-varios/903c1196-30c4-57a8-b469-52313f1ce01c/scratchpad/quarti_build/icons/palette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40" y="8458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· PRIMEROS 3 MESES ·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QUARTI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 diamante 100% personalizada, de la foto al cuadro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QUARTI · Bogotá, Colombia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etapas, aplicadas a QUARTI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método: cada etapa prepara la siguiente.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00200" y="2743200"/>
            <a:ext cx="731520" cy="7315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7" name="Image 0" descr="/tmp/claude-0/-home-user-Presentaciones-y-varios/903c1196-30c4-57a8-b469-52313f1ce01c/scratchpad/quarti_build/icons/camera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134" y="290413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250" dirty="0"/>
          </a:p>
        </p:txBody>
      </p:sp>
      <p:pic>
        <p:nvPicPr>
          <p:cNvPr id="10" name="Image 1" descr="/tmp/claude-0/-home-user-Presentaciones-y-varios/903c1196-30c4-57a8-b469-52313f1ce01c/scratchpad/quarti_build/icons/arrowRight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2926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34840" y="2743200"/>
            <a:ext cx="731520" cy="7315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3" name="Image 2" descr="/tmp/claude-0/-home-user-Presentaciones-y-varios/903c1196-30c4-57a8-b469-52313f1ce01c/scratchpad/quarti_build/icons/star_r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774" y="290413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118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1188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250" dirty="0"/>
          </a:p>
        </p:txBody>
      </p:sp>
      <p:pic>
        <p:nvPicPr>
          <p:cNvPr id="16" name="Image 3" descr="/tmp/claude-0/-home-user-Presentaciones-y-varios/903c1196-30c4-57a8-b469-52313f1ce01c/scratchpad/quarti_build/icons/arrowRight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260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7269480" y="2743200"/>
            <a:ext cx="731520" cy="7315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9" name="Image 4" descr="/tmp/claude-0/-home-user-Presentaciones-y-varios/903c1196-30c4-57a8-b469-52313f1ce01c/scratchpad/quarti_build/icons/whatsapp_ro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414" y="2904134"/>
            <a:ext cx="409651" cy="4096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4652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44652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250" dirty="0"/>
          </a:p>
        </p:txBody>
      </p:sp>
      <p:pic>
        <p:nvPicPr>
          <p:cNvPr id="22" name="Image 5" descr="/tmp/claude-0/-home-user-Presentaciones-y-varios/903c1196-30c4-57a8-b469-52313f1ce01c/scratchpad/quarti_build/icons/arrowRight_plu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292608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28116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6"/>
          <p:cNvSpPr/>
          <p:nvPr/>
        </p:nvSpPr>
        <p:spPr>
          <a:xfrm>
            <a:off x="10104120" y="2743200"/>
            <a:ext cx="731520" cy="7315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25" name="Image 6" descr="/tmp/claude-0/-home-user-Presentaciones-y-varios/903c1196-30c4-57a8-b469-52313f1ce01c/scratchpad/quarti_build/icons/sync_ro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5054" y="2904134"/>
            <a:ext cx="409651" cy="40965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811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Ascensión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92811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64008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más publicaciones: es un cliente que descubre QUARTI, confía en el proceso, compra su cuadro y vuelve por el siguiente.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marca con audiencia real, sin pauta activa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66928" cy="566928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5" name="Image 0" descr="/tmp/claude-0/-home-user-Presentaciones-y-varios/903c1196-30c4-57a8-b469-52313f1ce01c/scratchpad/quarti_build/icons/instagram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4107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Instagram, sin campaña de pauta activa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2286000"/>
            <a:ext cx="566928" cy="566928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9" name="Image 1" descr="/tmp/claude-0/-home-user-Presentaciones-y-varios/903c1196-30c4-57a8-b469-52313f1ce01c/scratchpad/quarti_build/icons/target_r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844" y="241072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2971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4389120" y="3611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activos hoy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38160" y="2286000"/>
            <a:ext cx="566928" cy="566928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3" name="Image 2" descr="/tmp/claude-0/-home-user-Presentaciones-y-varios/903c1196-30c4-57a8-b469-52313f1ce01c/scratchpad/quarti_build/icons/images_r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84" y="241072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2971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+250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8138160" y="36118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en stock, listos para vender de inmediato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4846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audiencia, el catálogo y la capacidad de personalización ya existen. Falta el sistema que convierta cada peso invertido en un cliente que descubre, confía, compra y vuelve.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ángulos emocionales, no un solo público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6F1F3"/>
          </a:solidFill>
          <a:ln/>
        </p:spPr>
      </p:sp>
      <p:sp>
        <p:nvSpPr>
          <p:cNvPr id="5" name="Shape 3"/>
          <p:cNvSpPr/>
          <p:nvPr/>
        </p:nvSpPr>
        <p:spPr>
          <a:xfrm>
            <a:off x="1412748" y="2560320"/>
            <a:ext cx="512064" cy="512064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heart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402" y="267297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Nostalgia y homenaje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" y="379476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perdieron un familiar y quieren honrar su memoria.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16352" y="22860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6F1F3"/>
          </a:solidFill>
          <a:ln/>
        </p:spPr>
      </p:sp>
      <p:sp>
        <p:nvSpPr>
          <p:cNvPr id="10" name="Shape 7"/>
          <p:cNvSpPr/>
          <p:nvPr/>
        </p:nvSpPr>
        <p:spPr>
          <a:xfrm>
            <a:off x="3543300" y="2560320"/>
            <a:ext cx="512064" cy="512064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1" name="Image 1" descr="/tmp/claude-0/-home-user-Presentaciones-y-varios/903c1196-30c4-57a8-b469-52313f1ce01c/scratchpad/quarti_build/icons/paw_r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954" y="267297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26080" y="379476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quieren inmortalizar a su mascota en una obra de arte.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46904" y="22860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6F1F3"/>
          </a:solidFill>
          <a:ln/>
        </p:spPr>
      </p:sp>
      <p:sp>
        <p:nvSpPr>
          <p:cNvPr id="15" name="Shape 11"/>
          <p:cNvSpPr/>
          <p:nvPr/>
        </p:nvSpPr>
        <p:spPr>
          <a:xfrm>
            <a:off x="5673852" y="2560320"/>
            <a:ext cx="512064" cy="512064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6" name="Image 2" descr="/tmp/claude-0/-home-user-Presentaciones-y-varios/903c1196-30c4-57a8-b469-52313f1ce01c/scratchpad/quarti_build/icons/gift_r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506" y="267297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6632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 de amor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56632" y="379476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 y seres queridos, en fechas como amor y amistad.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77456" y="22860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6F1F3"/>
          </a:solidFill>
          <a:ln/>
        </p:spPr>
      </p:sp>
      <p:sp>
        <p:nvSpPr>
          <p:cNvPr id="20" name="Shape 15"/>
          <p:cNvSpPr/>
          <p:nvPr/>
        </p:nvSpPr>
        <p:spPr>
          <a:xfrm>
            <a:off x="7804404" y="2560320"/>
            <a:ext cx="512064" cy="512064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21" name="Image 3" descr="/tmp/claude-0/-home-user-Presentaciones-y-varios/903c1196-30c4-57a8-b469-52313f1ce01c/scratchpad/quarti_build/icons/calendar_ro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058" y="267297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 de Navidad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87184" y="379476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comerciales del cierre de año.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208008" y="22860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6F1F3"/>
          </a:solidFill>
          <a:ln/>
        </p:spPr>
      </p:sp>
      <p:sp>
        <p:nvSpPr>
          <p:cNvPr id="25" name="Shape 19"/>
          <p:cNvSpPr/>
          <p:nvPr/>
        </p:nvSpPr>
        <p:spPr>
          <a:xfrm>
            <a:off x="9934956" y="2560320"/>
            <a:ext cx="512064" cy="512064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26" name="Image 4" descr="/tmp/claude-0/-home-user-Presentaciones-y-varios/903c1196-30c4-57a8-b469-52313f1ce01c/scratchpad/quarti_build/icons/clock_ro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610" y="267297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17736" y="324612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y tiempo propio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317736" y="379476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tiempo libre que disfrutan crear con sus manos.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despertar interés y mostrar el proceso, sin vender todavía.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332720" y="548640"/>
            <a:ext cx="914400" cy="91440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camera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7543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8" name="Image 1" descr="/tmp/claude-0/-home-user-Presentaciones-y-varios/903c1196-30c4-57a8-b469-52313f1ce01c/scratchpad/quarti_build/icons/video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39664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402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61518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foto original al cuadro terminado — el momento más persuasivo del contenido.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2" name="Image 2" descr="/tmp/claude-0/-home-user-Presentaciones-y-varios/903c1196-30c4-57a8-b469-52313f1ce01c/scratchpad/quarti_build/icons/mapPin_pl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6310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84962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y despacho a todo el país.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6" name="Image 3" descr="/tmp/claude-0/-home-user-Presentaciones-y-varios/903c1196-30c4-57a8-b469-52313f1ce01c/scratchpad/quarti_build/icons/images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86552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7091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+250 diseños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508406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opción sin espera de personalización, ideal para descubrimiento rápido.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pilares del descubrimiento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ataca una razón distinta de decisión.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332720" y="548640"/>
            <a:ext cx="914400" cy="91440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star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7543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8" name="Image 1" descr="/tmp/claude-0/-home-user-Presentaciones-y-varios/903c1196-30c4-57a8-b469-52313f1ce01c/scratchpad/quarti_build/icons/paw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39664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402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61518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pilar con mayor potencial de conexión emocional inmediata.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2" name="Image 2" descr="/tmp/claude-0/-home-user-Presentaciones-y-varios/903c1196-30c4-57a8-b469-52313f1ce01c/scratchpad/quarti_build/icons/heart_pl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35676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00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Nostalgia y homenaje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57530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Retratos de familiares que ya no están — el ángulo más profundo.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6" name="Image 3" descr="/tmp/claude-0/-home-user-Presentaciones-y-varios/903c1196-30c4-57a8-b469-52313f1ce01c/scratchpad/quarti_build/icons/gift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3168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0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 personalizado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453542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parejas y seres queridos, en fechas especiales.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20" name="Image 4" descr="/tmp/claude-0/-home-user-Presentaciones-y-varios/903c1196-30c4-57a8-b469-52313f1ce01c/scratchpad/quarti_build/icons/palette_pl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27700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1206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100% personalizado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371600" y="5495544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la foto y crea su propio cuadro.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quien ya vio QUARTI necesita confirmar que vale la pena confiar su foto y su regalo.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332720" y="548640"/>
            <a:ext cx="914400" cy="91440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star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7543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8" name="Image 1" descr="/tmp/claude-0/-home-user-Presentaciones-y-varios/903c1196-30c4-57a8-b469-52313f1ce01c/scratchpad/quarti_build/icons/star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39664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402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prueba social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63347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34.000 seguidores orgánicos como respaldo de marca.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2" name="Image 2" descr="/tmp/claude-0/-home-user-Presentaciones-y-varios/903c1196-30c4-57a8-b469-52313f1ce01c/scratchpad/quarti_build/icons/sync_pl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6310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por interacción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86791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quienes vieron el video del proceso o interactuaron con los anuncios.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6" name="Image 3" descr="/tmp/claude-0/-home-user-Presentaciones-y-varios/903c1196-30c4-57a8-b469-52313f1ce01c/scratchpad/quarti_build/icons/checkCircle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86552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7091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del proceso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510235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entrega, calidad del kit y cuidado con cada foto personal.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interés en un pedido real, con anticipo, listo para producción.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332720" y="548640"/>
            <a:ext cx="914400" cy="91440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whatsapp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7543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8" name="Image 1" descr="/tmp/claude-0/-home-user-Presentaciones-y-varios/903c1196-30c4-57a8-b469-52313f1ce01c/scratchpad/quarti_build/icons/whatsapp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39664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402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por WhatsApp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71600" y="263347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envía su foto y confirma los detalles del cuadro.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2" name="Image 2" descr="/tmp/claude-0/-home-user-Presentaciones-y-varios/903c1196-30c4-57a8-b469-52313f1ce01c/scratchpad/quarti_build/icons/percent_pl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6310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 para iniciar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71600" y="386791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porcentaje de pago anticipado activa la elaboración del retrato.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6" name="Image 3" descr="/tmp/claude-0/-home-user-Presentaciones-y-varios/903c1196-30c4-57a8-b469-52313f1ce01c/scratchpad/quarti_build/icons/truck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86552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7091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nacional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371600" y="510235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a todo el país, con QUARTI operando desde Bogotá.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CONVERSIÓN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público, dos formas de pedirle que actúe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GENÉRICO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7220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OCASIÓN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“Encarga tu cuadro personalizado”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72200" y="2788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 cuadro de tu mascota, hecho con amor, para regalar en Navidad”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ocasión específica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72200" y="3657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Ocasión y ángulo emocional específicos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 real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2200" y="4526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cupo con urgencia (“listo antes de Navidad”)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 para todos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2200" y="5394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anuncio por ángulo emocional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un cuadro sea el primero de varios, no una compra única.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332720" y="548640"/>
            <a:ext cx="914400" cy="91440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sync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0" y="7543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8" name="Image 1" descr="/tmp/claude-0/-home-user-Presentaciones-y-varios/903c1196-30c4-57a8-b469-52313f1ce01c/scratchpad/quarti_build/icons/sync_pl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865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402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 clientes anteriores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25968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ya compraron, para su próxima idea de regalo.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2" name="Image 2" descr="/tmp/claude-0/-home-user-Presentaciones-y-varios/903c1196-30c4-57a8-b469-52313f1ce01c/scratchpad/quarti_build/icons/gift_pl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467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200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cuadro, otra persona o mascota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80160" y="355701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de la familia, cada mascota, es un nuevo motivo de compra.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16" name="Image 3" descr="/tmp/claude-0/-home-user-Presentaciones-y-varios/903c1196-30c4-57a8-b469-52313f1ce01c/scratchpad/quarti_build/icons/calendar_pl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3068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1605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del año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80160" y="45171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Cumpleaños, aniversarios, amor y amistad, Navidad — cada una, un gatillo de recompra.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F6F1F3"/>
          </a:solidFill>
          <a:ln/>
        </p:spPr>
      </p:sp>
      <p:pic>
        <p:nvPicPr>
          <p:cNvPr id="20" name="Image 4" descr="/tmp/claude-0/-home-user-Presentaciones-y-varios/903c1196-30c4-57a8-b469-52313f1ce01c/scratchpad/quarti_build/icons/users_pl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26694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de confianza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80160" y="547725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ya vivió el proceso recomienda QUARTI a su círculo cercano.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3 meses: mes a 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5" name="Image 0" descr="/tmp/claude-0/-home-user-Presentaciones-y-varios/903c1196-30c4-57a8-b469-52313f1ce01c/scratchpad/quarti_build/icons/camera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3966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2560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 foto→cuadro como ancla creativa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los 5 ángulos emocionales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remarketing desde quienes interactúan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0" name="Image 1" descr="/tmp/claude-0/-home-user-Presentaciones-y-varios/903c1196-30c4-57a8-b469-52313f1ce01c/scratchpad/quarti_build/icons/star_r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3966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0" y="2560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389120" y="30632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prueba social (34.000 seguidores) como creativo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pedido por WhatsApp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+250 diseños como oferta sin espera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5" name="Image 2" descr="/tmp/claude-0/-home-user-Presentaciones-y-varios/903c1196-30c4-57a8-b469-52313f1ce01c/scratchpad/quarti_build/icons/sync_r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02" y="239664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778240" y="2560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138160" y="306324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escalan los ángulos y creativos con mejor desempeño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por ocasión de fin de año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recompra para clientes ya adquiridos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semana 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creativos por ángulo emocional y configuración de medición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campañas de Presentación — video del proceso y catálogo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5-6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y prueba social — reseñas y respaldo de los 34.000 seguidores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7-8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pedido por WhatsApp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9-10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campañas ganadoras por ángulo emocional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6F1F3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11-12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de cierre de año y arranque de Ascensión: primer público de recompra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CAMPAÑAS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organiza la pauta en Meta 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607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50592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6" name="Image 0" descr="/tmp/claude-0/-home-user-Presentaciones-y-varios/903c1196-30c4-57a8-b469-52313f1ce01c/scratchpad/quarti_build/icons/camera_r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6123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parte de la inversión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219456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 y los 5 ángulos emocionales, dirigidos a todo el país.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10607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685032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2" name="Image 1" descr="/tmp/claude-0/-home-user-Presentaciones-y-varios/903c1196-30c4-57a8-b469-52313f1ce01c/scratchpad/quarti_build/icons/star_r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3795674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91640" y="3995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206240" y="34290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Reseñas, prueba social y respaldo de los 34.000 seguidores, sobre quienes ya interactuaron.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663440"/>
            <a:ext cx="10607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919472"/>
            <a:ext cx="502920" cy="502920"/>
          </a:xfrm>
          <a:prstGeom prst="ellipse">
            <a:avLst/>
          </a:prstGeom>
          <a:solidFill>
            <a:srgbClr val="4A1D3D"/>
          </a:solidFill>
          <a:ln/>
        </p:spPr>
      </p:sp>
      <p:pic>
        <p:nvPicPr>
          <p:cNvPr id="18" name="Image 2" descr="/tmp/claude-0/-home-user-Presentaciones-y-varios/903c1196-30c4-57a8-b469-52313f1ce01c/scratchpad/quarti_build/icons/whatsapp_r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5030114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9164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de precisión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206240" y="466344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ocasión y ángulo emocional, con pedido directo por WhatsApp.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34.000 seguidores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 sistema que vende todos los días.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C98B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creativos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 y piezas por cada ángulo emocional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C98B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medición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conversaciones y pedidos por WhatsApp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C98B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1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Presentación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descubrimiento en Bogotá y a todo el país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2026-09-10T23:44:26Z</dcterms:created>
  <dcterms:modified xsi:type="dcterms:W3CDTF">2026-09-10T23:44:26Z</dcterms:modified>
</cp:coreProperties>
</file>